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</p:sldIdLst>
  <p:sldSz cx="6858000" cy="9906000" type="A4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100"/>
    <a:srgbClr val="F7F7F7"/>
    <a:srgbClr val="EFEFEF"/>
    <a:srgbClr val="EF8423"/>
    <a:srgbClr val="6C6A67"/>
    <a:srgbClr val="FBF9F7"/>
    <a:srgbClr val="B6A190"/>
    <a:srgbClr val="FCFBFA"/>
    <a:srgbClr val="F9F7F5"/>
    <a:srgbClr val="F4F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3312" autoAdjust="0"/>
    <p:restoredTop sz="96318" autoAdjust="0"/>
  </p:normalViewPr>
  <p:slideViewPr>
    <p:cSldViewPr snapToGrid="0">
      <p:cViewPr varScale="1">
        <p:scale>
          <a:sx n="57" d="100"/>
          <a:sy n="57" d="100"/>
        </p:scale>
        <p:origin x="312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3501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60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74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8180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3556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481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877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89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711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7347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6824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838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1C034-40A9-6784-2864-309C4FB2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13AF5C-E28C-2862-2FFC-E28B87F6E34D}"/>
              </a:ext>
            </a:extLst>
          </p:cNvPr>
          <p:cNvSpPr/>
          <p:nvPr/>
        </p:nvSpPr>
        <p:spPr>
          <a:xfrm>
            <a:off x="0" y="0"/>
            <a:ext cx="6858000" cy="956525"/>
          </a:xfrm>
          <a:prstGeom prst="rect">
            <a:avLst/>
          </a:prstGeom>
          <a:solidFill>
            <a:srgbClr val="F4F0EB"/>
          </a:solidFill>
          <a:ln>
            <a:solidFill>
              <a:srgbClr val="F4F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021AEE-C3FE-660C-7B4E-EDA04348E950}"/>
              </a:ext>
            </a:extLst>
          </p:cNvPr>
          <p:cNvSpPr txBox="1"/>
          <p:nvPr/>
        </p:nvSpPr>
        <p:spPr>
          <a:xfrm>
            <a:off x="49361" y="201639"/>
            <a:ext cx="4196983" cy="767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</a:rPr>
              <a:t>AI Weekly Report</a:t>
            </a:r>
            <a:endParaRPr lang="ko-KR" altLang="en-US" sz="3200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656B034-FF46-2518-28F0-9A6CF908E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94524"/>
            <a:ext cx="1886153" cy="115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45720" rIns="914112" bIns="91411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???? EL"/>
              </a:rPr>
              <a:t> 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287E9B61-638F-02DF-B7B4-2F75121CD7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1" t="25250" r="21134" b="20882"/>
          <a:stretch/>
        </p:blipFill>
        <p:spPr bwMode="auto">
          <a:xfrm>
            <a:off x="8165" y="20025"/>
            <a:ext cx="1161044" cy="31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C64BD0-8AFE-7146-0137-F6A54D5C5DAB}"/>
              </a:ext>
            </a:extLst>
          </p:cNvPr>
          <p:cNvSpPr txBox="1"/>
          <p:nvPr/>
        </p:nvSpPr>
        <p:spPr>
          <a:xfrm>
            <a:off x="1200884" y="46513"/>
            <a:ext cx="1920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제 15호 | 2025년 12월 31일</a:t>
            </a: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7D34AFF6-7567-EDB8-8EF0-51996BC4D7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4" t="10194" r="-2978"/>
          <a:stretch/>
        </p:blipFill>
        <p:spPr bwMode="auto">
          <a:xfrm rot="1455314">
            <a:off x="4326398" y="457296"/>
            <a:ext cx="365675" cy="45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20C0AB09-9970-5AF8-5242-37C8F886ED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9" t="20606" r="28476" b="8486"/>
          <a:stretch/>
        </p:blipFill>
        <p:spPr bwMode="auto">
          <a:xfrm rot="461266">
            <a:off x="6197256" y="52682"/>
            <a:ext cx="495329" cy="534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2CE3718A-10E4-85C4-0A08-F162E4DB07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1" t="15797" r="4687" b="22920"/>
          <a:stretch/>
        </p:blipFill>
        <p:spPr bwMode="auto">
          <a:xfrm>
            <a:off x="4874017" y="103061"/>
            <a:ext cx="783099" cy="51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A00D306-A7B2-DA8B-ED5C-C5F5D99683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 t="24030" r="9407" b="3699"/>
          <a:stretch/>
        </p:blipFill>
        <p:spPr bwMode="auto">
          <a:xfrm>
            <a:off x="5621861" y="389477"/>
            <a:ext cx="581173" cy="567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Google Shape;201;g375bbbb1663_0_21">
            <a:extLst>
              <a:ext uri="{FF2B5EF4-FFF2-40B4-BE49-F238E27FC236}">
                <a16:creationId xmlns:a16="http://schemas.microsoft.com/office/drawing/2014/main" id="{BCB467FE-66C2-0B08-57F6-B25507828A79}"/>
              </a:ext>
            </a:extLst>
          </p:cNvPr>
          <p:cNvSpPr/>
          <p:nvPr/>
        </p:nvSpPr>
        <p:spPr>
          <a:xfrm>
            <a:off x="100674" y="5923679"/>
            <a:ext cx="6668280" cy="14340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AI Lab Content</a:t>
            </a: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02;g375bbbb1663_0_21">
            <a:extLst>
              <a:ext uri="{FF2B5EF4-FFF2-40B4-BE49-F238E27FC236}">
                <a16:creationId xmlns:a16="http://schemas.microsoft.com/office/drawing/2014/main" id="{38C3295B-B6DF-6BEB-D827-C87188B68276}"/>
              </a:ext>
            </a:extLst>
          </p:cNvPr>
          <p:cNvSpPr/>
          <p:nvPr/>
        </p:nvSpPr>
        <p:spPr>
          <a:xfrm>
            <a:off x="100674" y="5674545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AI</a:t>
            </a: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 </a:t>
            </a:r>
            <a:r>
              <a:rPr lang="en-US" altLang="ko-KR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Lab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/>
              <a:sym typeface="Times New Roman"/>
            </a:endParaRPr>
          </a:p>
        </p:txBody>
      </p:sp>
      <p:sp>
        <p:nvSpPr>
          <p:cNvPr id="12" name="Google Shape;201;g375bbbb1663_0_21">
            <a:extLst>
              <a:ext uri="{FF2B5EF4-FFF2-40B4-BE49-F238E27FC236}">
                <a16:creationId xmlns:a16="http://schemas.microsoft.com/office/drawing/2014/main" id="{7A264C91-FFDE-4745-4C70-57C928DE8D8C}"/>
              </a:ext>
            </a:extLst>
          </p:cNvPr>
          <p:cNvSpPr/>
          <p:nvPr/>
        </p:nvSpPr>
        <p:spPr>
          <a:xfrm>
            <a:off x="100674" y="7701171"/>
            <a:ext cx="6668280" cy="208967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HAC Content</a:t>
            </a: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02;g375bbbb1663_0_21">
            <a:extLst>
              <a:ext uri="{FF2B5EF4-FFF2-40B4-BE49-F238E27FC236}">
                <a16:creationId xmlns:a16="http://schemas.microsoft.com/office/drawing/2014/main" id="{B37C59C6-E9FC-13B9-6EF2-AAE455C3A79F}"/>
              </a:ext>
            </a:extLst>
          </p:cNvPr>
          <p:cNvSpPr/>
          <p:nvPr/>
        </p:nvSpPr>
        <p:spPr>
          <a:xfrm>
            <a:off x="100674" y="7452037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HAC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/>
              <a:sym typeface="Times New Roman"/>
            </a:endParaRPr>
          </a:p>
        </p:txBody>
      </p:sp>
      <p:sp>
        <p:nvSpPr>
          <p:cNvPr id="3" name="Google Shape;201;g375bbbb1663_0_21">
            <a:extLst>
              <a:ext uri="{FF2B5EF4-FFF2-40B4-BE49-F238E27FC236}">
                <a16:creationId xmlns:a16="http://schemas.microsoft.com/office/drawing/2014/main" id="{B1568F9D-0985-14DB-AA73-C8363D1417F6}"/>
              </a:ext>
            </a:extLst>
          </p:cNvPr>
          <p:cNvSpPr/>
          <p:nvPr/>
        </p:nvSpPr>
        <p:spPr>
          <a:xfrm>
            <a:off x="94860" y="1311985"/>
            <a:ext cx="6668280" cy="427269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AI Content</a:t>
            </a: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02;g375bbbb1663_0_21">
            <a:extLst>
              <a:ext uri="{FF2B5EF4-FFF2-40B4-BE49-F238E27FC236}">
                <a16:creationId xmlns:a16="http://schemas.microsoft.com/office/drawing/2014/main" id="{9EFA09A2-CFE5-7E3C-F965-209FAAF62CAE}"/>
              </a:ext>
            </a:extLst>
          </p:cNvPr>
          <p:cNvSpPr/>
          <p:nvPr/>
        </p:nvSpPr>
        <p:spPr>
          <a:xfrm>
            <a:off x="94860" y="1062852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국내외 </a:t>
            </a:r>
            <a:r>
              <a:rPr lang="en-US" altLang="ko-KR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AI </a:t>
            </a: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동향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6082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8411</TotalTime>
  <Words>27</Words>
  <Application>Microsoft Office PowerPoint</Application>
  <PresentationFormat>A4 Paper (210x297 mm)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맑은 고딕</vt:lpstr>
      <vt:lpstr>한화 R</vt:lpstr>
      <vt:lpstr>한화고딕 L</vt:lpstr>
      <vt:lpstr>한화고딕 R</vt:lpstr>
      <vt:lpstr>Arial</vt:lpstr>
      <vt:lpstr>Calibri</vt:lpstr>
      <vt:lpstr>Calibri Light</vt:lpstr>
      <vt:lpstr>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최수영</dc:creator>
  <cp:lastModifiedBy>전예은</cp:lastModifiedBy>
  <cp:revision>587</cp:revision>
  <cp:lastPrinted>2025-11-27T08:34:25Z</cp:lastPrinted>
  <dcterms:created xsi:type="dcterms:W3CDTF">2025-08-12T04:27:20Z</dcterms:created>
  <dcterms:modified xsi:type="dcterms:W3CDTF">2025-12-19T08:12:54Z</dcterms:modified>
</cp:coreProperties>
</file>