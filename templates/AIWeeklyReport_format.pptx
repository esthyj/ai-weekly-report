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100"/>
    <a:srgbClr val="F7F7F7"/>
    <a:srgbClr val="EFEFEF"/>
    <a:srgbClr val="EF8423"/>
    <a:srgbClr val="6C6A67"/>
    <a:srgbClr val="FBF9F7"/>
    <a:srgbClr val="B6A190"/>
    <a:srgbClr val="FCFBFA"/>
    <a:srgbClr val="F9F7F5"/>
    <a:srgbClr val="F4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311" autoAdjust="0"/>
    <p:restoredTop sz="96318" autoAdjust="0"/>
  </p:normalViewPr>
  <p:slideViewPr>
    <p:cSldViewPr snapToGrid="0">
      <p:cViewPr>
        <p:scale>
          <a:sx n="125" d="100"/>
          <a:sy n="125" d="100"/>
        </p:scale>
        <p:origin x="164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8C4E1-84EF-43CE-9C5D-23647B873D99}" type="datetimeFigureOut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6858000" cy="956525"/>
          </a:xfrm>
          <a:prstGeom prst="rect">
            <a:avLst/>
          </a:prstGeom>
          <a:solidFill>
            <a:srgbClr val="F4F0EB"/>
          </a:solidFill>
          <a:ln>
            <a:solidFill>
              <a:srgbClr val="F4F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9361" y="201639"/>
            <a:ext cx="4196983" cy="767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</a:rPr>
              <a:t>AI Weekly Report</a:t>
            </a:r>
            <a:endParaRPr lang="ko-KR" altLang="en-US" sz="3200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" y="-194524"/>
            <a:ext cx="1886153" cy="11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45720" rIns="914112" bIns="91411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???? EL"/>
              </a:rPr>
              <a:t> 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25250" r="21134" b="20882"/>
          <a:stretch>
            <a:fillRect/>
          </a:stretch>
        </p:blipFill>
        <p:spPr bwMode="auto">
          <a:xfrm>
            <a:off x="8165" y="20025"/>
            <a:ext cx="1161044" cy="3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00884" y="46513"/>
            <a:ext cx="18453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제 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(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호수입력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)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호 </a:t>
            </a:r>
            <a:r>
              <a:rPr lang="en-US" altLang="ko-KR" sz="1100" b="1" dirty="0">
                <a:solidFill>
                  <a:srgbClr val="6C6A67"/>
                </a:solidFill>
                <a:latin typeface="한화고딕 R" panose="02020503020101020101" pitchFamily="18" charset="-127"/>
                <a:ea typeface="한화고딕 R" panose="02020503020101020101" pitchFamily="18" charset="-127"/>
              </a:rPr>
              <a:t>|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 (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날짜입력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)</a:t>
            </a:r>
            <a:endParaRPr lang="ko-KR" altLang="en-US" sz="1100" dirty="0">
              <a:solidFill>
                <a:srgbClr val="6C6A67"/>
              </a:solidFill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4" t="10194" r="-2978"/>
          <a:stretch>
            <a:fillRect/>
          </a:stretch>
        </p:blipFill>
        <p:spPr bwMode="auto">
          <a:xfrm rot="1455314">
            <a:off x="4326398" y="457296"/>
            <a:ext cx="365675" cy="45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20606" r="28476" b="8486"/>
          <a:stretch>
            <a:fillRect/>
          </a:stretch>
        </p:blipFill>
        <p:spPr bwMode="auto">
          <a:xfrm rot="461266">
            <a:off x="6197256" y="52682"/>
            <a:ext cx="495329" cy="53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15797" r="4687" b="22920"/>
          <a:stretch>
            <a:fillRect/>
          </a:stretch>
        </p:blipFill>
        <p:spPr bwMode="auto">
          <a:xfrm>
            <a:off x="4874017" y="103061"/>
            <a:ext cx="783099" cy="51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 t="24030" r="9407" b="3699"/>
          <a:stretch>
            <a:fillRect/>
          </a:stretch>
        </p:blipFill>
        <p:spPr bwMode="auto">
          <a:xfrm>
            <a:off x="5621861" y="389477"/>
            <a:ext cx="581173" cy="56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1A9F312-DB75-4BE4-76E1-6BB4FEA6A37F}"/>
              </a:ext>
            </a:extLst>
          </p:cNvPr>
          <p:cNvGrpSpPr/>
          <p:nvPr/>
        </p:nvGrpSpPr>
        <p:grpSpPr>
          <a:xfrm>
            <a:off x="100674" y="7496995"/>
            <a:ext cx="6668426" cy="2280100"/>
            <a:chOff x="100674" y="7496995"/>
            <a:chExt cx="6668426" cy="2280100"/>
          </a:xfrm>
        </p:grpSpPr>
        <p:sp>
          <p:nvSpPr>
            <p:cNvPr id="8" name="Google Shape;201;g375bbbb1663_0_21"/>
            <p:cNvSpPr/>
            <p:nvPr/>
          </p:nvSpPr>
          <p:spPr>
            <a:xfrm>
              <a:off x="100965" y="7746365"/>
              <a:ext cx="6668135" cy="20307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 cap="flat" cmpd="sng">
              <a:solidFill>
                <a:srgbClr val="EFEFE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200" b="0" i="0" u="none" strike="noStrike" cap="none" dirty="0">
                  <a:solidFill>
                    <a:schemeClr val="bg2">
                      <a:lumMod val="90000"/>
                    </a:schemeClr>
                  </a:solidFill>
                  <a:latin typeface="한화고딕 L" panose="02020503020101020101" pitchFamily="18" charset="-127"/>
                  <a:ea typeface="한화고딕 L" panose="02020503020101020101" pitchFamily="18" charset="-127"/>
                  <a:cs typeface="Arial" panose="020B0604020202020204"/>
                  <a:sym typeface="Arial" panose="020B0604020202020204"/>
                </a:rPr>
                <a:t>AI Lab </a:t>
              </a:r>
              <a:r>
                <a:rPr lang="ko-KR" altLang="en-US" sz="1200" b="0" i="0" u="none" strike="noStrike" cap="none" dirty="0">
                  <a:solidFill>
                    <a:schemeClr val="bg2">
                      <a:lumMod val="90000"/>
                    </a:schemeClr>
                  </a:solidFill>
                  <a:latin typeface="한화고딕 L" panose="02020503020101020101" pitchFamily="18" charset="-127"/>
                  <a:ea typeface="한화고딕 L" panose="02020503020101020101" pitchFamily="18" charset="-127"/>
                  <a:cs typeface="Arial" panose="020B0604020202020204"/>
                  <a:sym typeface="Arial" panose="020B0604020202020204"/>
                </a:rPr>
                <a:t>내용 작성</a:t>
              </a:r>
              <a:endParaRPr sz="12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한화고딕 L" panose="02020503020101020101" pitchFamily="18" charset="-127"/>
                <a:ea typeface="한화고딕 L" panose="02020503020101020101" pitchFamily="18" charset="-127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" name="Google Shape;202;g375bbbb1663_0_21"/>
            <p:cNvSpPr/>
            <p:nvPr/>
          </p:nvSpPr>
          <p:spPr>
            <a:xfrm>
              <a:off x="100674" y="7496995"/>
              <a:ext cx="1867451" cy="243157"/>
            </a:xfrm>
            <a:prstGeom prst="round2SameRect">
              <a:avLst>
                <a:gd name="adj1" fmla="val 17990"/>
                <a:gd name="adj2" fmla="val 0"/>
              </a:avLst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txBody>
            <a:bodyPr spcFirstLastPara="1" wrap="square" lIns="91425" tIns="0" rIns="91425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i="0" u="none" strike="noStrike" cap="none" dirty="0">
                  <a:solidFill>
                    <a:srgbClr val="ED7100"/>
                  </a:solidFill>
                  <a:latin typeface="한화 R" panose="02020503020101020101" pitchFamily="18" charset="-127"/>
                  <a:ea typeface="한화 R" panose="02020503020101020101" pitchFamily="18" charset="-127"/>
                  <a:cs typeface="Times New Roman" panose="02020603050405020304"/>
                  <a:sym typeface="Times New Roman" panose="02020603050405020304"/>
                </a:rPr>
                <a:t>AI</a:t>
              </a:r>
              <a:r>
                <a:rPr lang="ko-KR" altLang="en-US" sz="1400" i="0" u="none" strike="noStrike" cap="none" dirty="0">
                  <a:solidFill>
                    <a:srgbClr val="ED7100"/>
                  </a:solidFill>
                  <a:latin typeface="한화 R" panose="02020503020101020101" pitchFamily="18" charset="-127"/>
                  <a:ea typeface="한화 R" panose="02020503020101020101" pitchFamily="18" charset="-127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rPr lang="en-US" altLang="ko-KR" sz="1400" i="0" u="none" strike="noStrike" cap="none" dirty="0">
                  <a:solidFill>
                    <a:srgbClr val="ED7100"/>
                  </a:solidFill>
                  <a:latin typeface="한화 R" panose="02020503020101020101" pitchFamily="18" charset="-127"/>
                  <a:ea typeface="한화 R" panose="02020503020101020101" pitchFamily="18" charset="-127"/>
                  <a:cs typeface="Times New Roman" panose="02020603050405020304"/>
                  <a:sym typeface="Times New Roman" panose="02020603050405020304"/>
                </a:rPr>
                <a:t>Lab</a:t>
              </a:r>
              <a:endParaRPr sz="16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0201A0-789B-B872-CEA9-CFFC71EFE97D}"/>
              </a:ext>
            </a:extLst>
          </p:cNvPr>
          <p:cNvGrpSpPr/>
          <p:nvPr/>
        </p:nvGrpSpPr>
        <p:grpSpPr>
          <a:xfrm>
            <a:off x="94615" y="1062852"/>
            <a:ext cx="6668135" cy="6319023"/>
            <a:chOff x="94615" y="1062852"/>
            <a:chExt cx="6668135" cy="6319023"/>
          </a:xfrm>
        </p:grpSpPr>
        <p:sp>
          <p:nvSpPr>
            <p:cNvPr id="3" name="Google Shape;201;g375bbbb1663_0_21"/>
            <p:cNvSpPr/>
            <p:nvPr/>
          </p:nvSpPr>
          <p:spPr>
            <a:xfrm>
              <a:off x="94615" y="1311910"/>
              <a:ext cx="6668135" cy="606996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 cap="flat" cmpd="sng">
              <a:solidFill>
                <a:srgbClr val="EFEFE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200" b="0" i="0" u="none" strike="noStrike" cap="none" dirty="0">
                  <a:solidFill>
                    <a:schemeClr val="bg2">
                      <a:lumMod val="90000"/>
                    </a:schemeClr>
                  </a:solidFill>
                  <a:latin typeface="한화고딕 L" panose="02020503020101020101" pitchFamily="18" charset="-127"/>
                  <a:ea typeface="한화고딕 L" panose="02020503020101020101" pitchFamily="18" charset="-127"/>
                  <a:cs typeface="Arial" panose="020B0604020202020204"/>
                  <a:sym typeface="Arial" panose="020B0604020202020204"/>
                </a:rPr>
                <a:t>AI </a:t>
              </a:r>
              <a:r>
                <a:rPr lang="ko-KR" altLang="en-US" sz="1200" b="0" i="0" u="none" strike="noStrike" cap="none" dirty="0">
                  <a:solidFill>
                    <a:schemeClr val="bg2">
                      <a:lumMod val="90000"/>
                    </a:schemeClr>
                  </a:solidFill>
                  <a:latin typeface="한화고딕 L" panose="02020503020101020101" pitchFamily="18" charset="-127"/>
                  <a:ea typeface="한화고딕 L" panose="02020503020101020101" pitchFamily="18" charset="-127"/>
                  <a:cs typeface="Arial" panose="020B0604020202020204"/>
                  <a:sym typeface="Arial" panose="020B0604020202020204"/>
                </a:rPr>
                <a:t>동향 내용 작성</a:t>
              </a:r>
              <a:endParaRPr sz="12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한화고딕 L" panose="02020503020101020101" pitchFamily="18" charset="-127"/>
                <a:ea typeface="한화고딕 L" panose="02020503020101020101" pitchFamily="18" charset="-127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" name="Google Shape;202;g375bbbb1663_0_21"/>
            <p:cNvSpPr/>
            <p:nvPr/>
          </p:nvSpPr>
          <p:spPr>
            <a:xfrm>
              <a:off x="94860" y="1062852"/>
              <a:ext cx="1867451" cy="243157"/>
            </a:xfrm>
            <a:prstGeom prst="round2SameRect">
              <a:avLst>
                <a:gd name="adj1" fmla="val 17990"/>
                <a:gd name="adj2" fmla="val 0"/>
              </a:avLst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txBody>
            <a:bodyPr spcFirstLastPara="1" wrap="square" lIns="91425" tIns="0" rIns="91425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ko-KR" altLang="en-US" sz="1400" i="0" u="none" strike="noStrike" cap="none" dirty="0">
                  <a:solidFill>
                    <a:srgbClr val="ED7100"/>
                  </a:solidFill>
                  <a:latin typeface="한화 R" panose="02020503020101020101" pitchFamily="18" charset="-127"/>
                  <a:ea typeface="한화 R" panose="02020503020101020101" pitchFamily="18" charset="-127"/>
                  <a:cs typeface="Times New Roman" panose="02020603050405020304"/>
                  <a:sym typeface="Times New Roman" panose="02020603050405020304"/>
                </a:rPr>
                <a:t>국내외 </a:t>
              </a:r>
              <a:r>
                <a:rPr lang="en-US" altLang="ko-KR" sz="1400" i="0" u="none" strike="noStrike" cap="none" dirty="0">
                  <a:solidFill>
                    <a:srgbClr val="ED7100"/>
                  </a:solidFill>
                  <a:latin typeface="한화 R" panose="02020503020101020101" pitchFamily="18" charset="-127"/>
                  <a:ea typeface="한화 R" panose="02020503020101020101" pitchFamily="18" charset="-127"/>
                  <a:cs typeface="Times New Roman" panose="02020603050405020304"/>
                  <a:sym typeface="Times New Roman" panose="02020603050405020304"/>
                </a:rPr>
                <a:t>AI </a:t>
              </a:r>
              <a:r>
                <a:rPr lang="ko-KR" altLang="en-US" sz="1400" i="0" u="none" strike="noStrike" cap="none" dirty="0">
                  <a:solidFill>
                    <a:srgbClr val="ED7100"/>
                  </a:solidFill>
                  <a:latin typeface="한화 R" panose="02020503020101020101" pitchFamily="18" charset="-127"/>
                  <a:ea typeface="한화 R" panose="02020503020101020101" pitchFamily="18" charset="-127"/>
                  <a:cs typeface="Times New Roman" panose="02020603050405020304"/>
                  <a:sym typeface="Times New Roman" panose="02020603050405020304"/>
                </a:rPr>
                <a:t>동향</a:t>
              </a:r>
              <a:endParaRPr sz="16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26</Words>
  <Application>Microsoft Office PowerPoint</Application>
  <PresentationFormat>A4 Paper (210x297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맑은 고딕</vt:lpstr>
      <vt:lpstr>한화 R</vt:lpstr>
      <vt:lpstr>한화고딕 L</vt:lpstr>
      <vt:lpstr>한화고딕 R</vt:lpstr>
      <vt:lpstr>Arial</vt:lpstr>
      <vt:lpstr>Calibri</vt:lpstr>
      <vt:lpstr>Calibri Light</vt:lpstr>
      <vt:lpstr>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최수영</dc:creator>
  <cp:lastModifiedBy>동진 전</cp:lastModifiedBy>
  <cp:revision>590</cp:revision>
  <cp:lastPrinted>2025-11-27T08:34:00Z</cp:lastPrinted>
  <dcterms:created xsi:type="dcterms:W3CDTF">2025-08-12T04:27:00Z</dcterms:created>
  <dcterms:modified xsi:type="dcterms:W3CDTF">2026-05-28T06:41:38Z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0130DBB558B3497AB641F63590B3E7E0_12</vt:lpwstr>
  </property>
  <property fmtid="{D5CDD505-2E9C-101B-9397-08002B2CF9AE}" pid="3" name="KSOProductBuildVer">
    <vt:lpwstr>1033-12.2.0.23196</vt:lpwstr>
  </property>
</Properties>
</file>