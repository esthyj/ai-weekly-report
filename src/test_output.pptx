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</p:sldIdLst>
  <p:sldSz cx="6858000" cy="9906000" type="A4"/>
  <p:notesSz cx="6735445" cy="98659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1" autoAdjust="0"/>
    <p:restoredTop sz="96318" autoAdjust="0"/>
  </p:normalViewPr>
  <p:slideViewPr>
    <p:cSldViewPr snapToGrid="0">
      <p:cViewPr varScale="1">
        <p:scale>
          <a:sx n="57" d="100"/>
          <a:sy n="57" d="100"/>
        </p:scale>
        <p:origin x="3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>
            <a:fillRect/>
          </a:stretch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00884" y="46513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100" u="none">
                <a:solidFill>
                  <a:srgbClr val="6C6A67"/>
                </a:solidFill>
                <a:latin typeface="한화고딕 L"/>
              </a:rPr>
              <a:t>제테스트호 | 2025년 1월 1일</a:t>
            </a:r>
            <a:endParaRPr lang="ko-KR" altLang="en-US" sz="1100" dirty="0">
              <a:solidFill>
                <a:srgbClr val="6C6A67"/>
              </a:solidFill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>
            <a:fillRect/>
          </a:stretch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>
            <a:fillRect/>
          </a:stretch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>
            <a:fillRect/>
          </a:stretch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>
            <a:fillRect/>
          </a:stretch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201;g375bbbb1663_0_21"/>
          <p:cNvSpPr/>
          <p:nvPr/>
        </p:nvSpPr>
        <p:spPr>
          <a:xfrm>
            <a:off x="100965" y="7746365"/>
            <a:ext cx="6668135" cy="20307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Google Shape;202;g375bbbb1663_0_21"/>
          <p:cNvSpPr/>
          <p:nvPr/>
        </p:nvSpPr>
        <p:spPr>
          <a:xfrm>
            <a:off x="100674" y="7496995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sz="1200" u="none">
                <a:latin typeface="한화고딕 B"/>
              </a:rPr>
              <a:t>AI Lab 테스트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  <a:p>
            <a:r>
              <a:rPr sz="1200" u="none">
                <a:latin typeface="한화고딕 EL"/>
              </a:rPr>
              <a:t>• AI Lab 요약1</a:t>
            </a:r>
          </a:p>
          <a:p>
            <a:r>
              <a:rPr sz="1200" u="none">
                <a:latin typeface="한화고딕 EL"/>
              </a:rPr>
              <a:t>• AI Lab 요약2</a:t>
            </a:r>
          </a:p>
          <a:p>
            <a:r>
              <a:rPr sz="1200" u="sng">
                <a:latin typeface="한화고딕 B"/>
              </a:rPr>
              <a:t>➔ AI Lab 인사이트</a:t>
            </a:r>
          </a:p>
          <a:p>
            <a:r>
              <a:rPr sz="900" u="none">
                <a:latin typeface="한화고딕 EL"/>
              </a:rPr>
              <a:t> </a:t>
            </a:r>
          </a:p>
        </p:txBody>
      </p:sp>
      <p:sp>
        <p:nvSpPr>
          <p:cNvPr id="3" name="Google Shape;201;g375bbbb1663_0_21"/>
          <p:cNvSpPr/>
          <p:nvPr/>
        </p:nvSpPr>
        <p:spPr>
          <a:xfrm>
            <a:off x="94615" y="1311910"/>
            <a:ext cx="6668135" cy="6069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202;g375bbbb1663_0_21"/>
          <p:cNvSpPr/>
          <p:nvPr/>
        </p:nvSpPr>
        <p:spPr>
          <a:xfrm>
            <a:off x="94860" y="1062852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sz="1200" u="none">
                <a:latin typeface="한화고딕 B"/>
              </a:rPr>
              <a:t>테스트 제목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  <a:p>
            <a:r>
              <a:rPr sz="1200" u="none">
                <a:latin typeface="한화고딕 EL"/>
              </a:rPr>
              <a:t>• 요약1 내용</a:t>
            </a:r>
          </a:p>
          <a:p>
            <a:r>
              <a:rPr sz="1200" u="none">
                <a:latin typeface="한화고딕 EL"/>
              </a:rPr>
              <a:t>• 요약2 내용</a:t>
            </a:r>
          </a:p>
          <a:p>
            <a:r>
              <a:rPr sz="1200" u="none">
                <a:latin typeface="한화고딕 EL"/>
              </a:rPr>
              <a:t>• 요약3 내용</a:t>
            </a:r>
          </a:p>
          <a:p>
            <a:r>
              <a:rPr sz="1200" u="sng">
                <a:latin typeface="한화고딕 B"/>
              </a:rPr>
              <a:t>➔ 인사이트 내용</a:t>
            </a:r>
          </a:p>
          <a:p>
            <a:r>
              <a:rPr sz="900" u="none">
                <a:latin typeface="한화고딕 EL"/>
              </a:rPr>
              <a:t> 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43510" y="1325589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화고딕 B" panose="02020503020101020101" pitchFamily="18" charset="-127"/>
                <a:ea typeface="한화고딕 B" panose="02020503020101020101" pitchFamily="18" charset="-127"/>
                <a:cs typeface="+mn-cs"/>
              </a:rPr>
              <a:t>AI News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152400" y="7756234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화고딕 B" panose="02020503020101020101" pitchFamily="18" charset="-127"/>
                <a:ea typeface="한화고딕 B" panose="02020503020101020101" pitchFamily="18" charset="-127"/>
                <a:cs typeface="+mn-cs"/>
              </a:rPr>
              <a:t>AI LAB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</Words>
  <Application>WPS Presentation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한화 R</vt:lpstr>
      <vt:lpstr>맑은 고딕</vt:lpstr>
      <vt:lpstr>???? EL</vt:lpstr>
      <vt:lpstr>OCRA</vt:lpstr>
      <vt:lpstr>한화고딕 L</vt:lpstr>
      <vt:lpstr>한화고딕 R</vt:lpstr>
      <vt:lpstr>Arial</vt:lpstr>
      <vt:lpstr>Times New Roman</vt:lpstr>
      <vt:lpstr>한화고딕 B</vt:lpstr>
      <vt:lpstr>Calibri</vt:lpstr>
      <vt:lpstr>Microsoft YaHei</vt:lpstr>
      <vt:lpstr>Arial Unicode MS</vt:lpstr>
      <vt:lpstr>Calibri Light</vt:lpstr>
      <vt:lpstr>Office 테마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2500977</cp:lastModifiedBy>
  <cp:revision>589</cp:revision>
  <cp:lastPrinted>2025-11-27T08:34:00Z</cp:lastPrinted>
  <dcterms:created xsi:type="dcterms:W3CDTF">2025-08-12T04:27:00Z</dcterms:created>
  <dcterms:modified xsi:type="dcterms:W3CDTF">2026-01-16T05:30:13Z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0130DBB558B3497AB641F63590B3E7E0_12</vt:lpwstr>
  </property>
  <property fmtid="{D5CDD505-2E9C-101B-9397-08002B2CF9AE}" pid="3" name="KSOProductBuildVer">
    <vt:lpwstr>1033-12.2.0.23196</vt:lpwstr>
  </property>
</Properties>
</file>