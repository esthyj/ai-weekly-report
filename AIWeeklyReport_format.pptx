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</p:sldIdLst>
  <p:sldSz cx="6858000" cy="9906000" type="A4"/>
  <p:notesSz cx="6735445" cy="986599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100"/>
    <a:srgbClr val="F7F7F7"/>
    <a:srgbClr val="EFEFEF"/>
    <a:srgbClr val="EF8423"/>
    <a:srgbClr val="6C6A67"/>
    <a:srgbClr val="FBF9F7"/>
    <a:srgbClr val="B6A190"/>
    <a:srgbClr val="FCFBFA"/>
    <a:srgbClr val="F9F7F5"/>
    <a:srgbClr val="F4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3311" autoAdjust="0"/>
    <p:restoredTop sz="96318" autoAdjust="0"/>
  </p:normalViewPr>
  <p:slideViewPr>
    <p:cSldViewPr snapToGrid="0">
      <p:cViewPr varScale="1">
        <p:scale>
          <a:sx n="57" d="100"/>
          <a:sy n="57" d="100"/>
        </p:scale>
        <p:origin x="312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8C4E1-84EF-43CE-9C5D-23647B873D99}" type="datetimeFigureOut">
              <a:rPr lang="ko-KR" altLang="en-US" smtClean="0"/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C684E-E654-464C-8296-B1B70B3841D9}" type="slidenum">
              <a:rPr lang="ko-KR" altLang="en-US" smtClean="0"/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6858000" cy="956525"/>
          </a:xfrm>
          <a:prstGeom prst="rect">
            <a:avLst/>
          </a:prstGeom>
          <a:solidFill>
            <a:srgbClr val="F4F0EB"/>
          </a:solidFill>
          <a:ln>
            <a:solidFill>
              <a:srgbClr val="F4F0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9361" y="201639"/>
            <a:ext cx="4196983" cy="767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200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</a:rPr>
              <a:t>AI Weekly Report</a:t>
            </a:r>
            <a:endParaRPr lang="ko-KR" altLang="en-US" sz="3200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" y="-194524"/>
            <a:ext cx="1886153" cy="115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45720" rIns="914112" bIns="914112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ko-KR" altLang="ko-KR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???? EL"/>
              </a:rPr>
              <a:t> 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1" t="25250" r="21134" b="20882"/>
          <a:stretch>
            <a:fillRect/>
          </a:stretch>
        </p:blipFill>
        <p:spPr bwMode="auto">
          <a:xfrm>
            <a:off x="8165" y="20025"/>
            <a:ext cx="1161044" cy="31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00884" y="46513"/>
            <a:ext cx="19207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제 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14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호 </a:t>
            </a:r>
            <a:r>
              <a:rPr lang="en-US" altLang="ko-KR" sz="1100" b="1" dirty="0">
                <a:solidFill>
                  <a:srgbClr val="6C6A67"/>
                </a:solidFill>
                <a:latin typeface="한화고딕 R" panose="02020503020101020101" pitchFamily="18" charset="-127"/>
                <a:ea typeface="한화고딕 R" panose="02020503020101020101" pitchFamily="18" charset="-127"/>
              </a:rPr>
              <a:t>|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 2025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년 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12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월 </a:t>
            </a:r>
            <a:r>
              <a:rPr lang="en-US" altLang="ko-KR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19</a:t>
            </a:r>
            <a:r>
              <a:rPr lang="ko-KR" altLang="en-US" sz="1100" dirty="0">
                <a:solidFill>
                  <a:srgbClr val="6C6A67"/>
                </a:solidFill>
                <a:latin typeface="한화고딕 L" panose="02020503020101020101" pitchFamily="18" charset="-127"/>
                <a:ea typeface="한화고딕 L" panose="02020503020101020101" pitchFamily="18" charset="-127"/>
              </a:rPr>
              <a:t>일</a:t>
            </a:r>
            <a:endParaRPr lang="ko-KR" altLang="en-US" sz="1100" dirty="0">
              <a:solidFill>
                <a:srgbClr val="6C6A67"/>
              </a:solidFill>
              <a:latin typeface="한화고딕 L" panose="02020503020101020101" pitchFamily="18" charset="-127"/>
              <a:ea typeface="한화고딕 L" panose="02020503020101020101" pitchFamily="18" charset="-127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4" t="10194" r="-2978"/>
          <a:stretch>
            <a:fillRect/>
          </a:stretch>
        </p:blipFill>
        <p:spPr bwMode="auto">
          <a:xfrm rot="1455314">
            <a:off x="4326398" y="457296"/>
            <a:ext cx="365675" cy="45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20606" r="28476" b="8486"/>
          <a:stretch>
            <a:fillRect/>
          </a:stretch>
        </p:blipFill>
        <p:spPr bwMode="auto">
          <a:xfrm rot="461266">
            <a:off x="6197256" y="52682"/>
            <a:ext cx="495329" cy="534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t="15797" r="4687" b="22920"/>
          <a:stretch>
            <a:fillRect/>
          </a:stretch>
        </p:blipFill>
        <p:spPr bwMode="auto">
          <a:xfrm>
            <a:off x="4874017" y="103061"/>
            <a:ext cx="783099" cy="51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2" t="24030" r="9407" b="3699"/>
          <a:stretch>
            <a:fillRect/>
          </a:stretch>
        </p:blipFill>
        <p:spPr bwMode="auto">
          <a:xfrm>
            <a:off x="5621861" y="389477"/>
            <a:ext cx="581173" cy="56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Google Shape;201;g375bbbb1663_0_21"/>
          <p:cNvSpPr/>
          <p:nvPr/>
        </p:nvSpPr>
        <p:spPr>
          <a:xfrm>
            <a:off x="100674" y="6883799"/>
            <a:ext cx="6668280" cy="1434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Google Shape;202;g375bbbb1663_0_21"/>
          <p:cNvSpPr/>
          <p:nvPr/>
        </p:nvSpPr>
        <p:spPr>
          <a:xfrm>
            <a:off x="100674" y="6634665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AI</a:t>
            </a: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ko-KR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Lab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Google Shape;201;g375bbbb1663_0_21"/>
          <p:cNvSpPr/>
          <p:nvPr/>
        </p:nvSpPr>
        <p:spPr>
          <a:xfrm>
            <a:off x="100965" y="8661400"/>
            <a:ext cx="6668135" cy="11385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202;g375bbbb1663_0_21"/>
          <p:cNvSpPr/>
          <p:nvPr/>
        </p:nvSpPr>
        <p:spPr>
          <a:xfrm>
            <a:off x="100674" y="8412157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HAC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Google Shape;201;g375bbbb1663_0_21"/>
          <p:cNvSpPr/>
          <p:nvPr/>
        </p:nvSpPr>
        <p:spPr>
          <a:xfrm>
            <a:off x="94615" y="1311910"/>
            <a:ext cx="6668135" cy="521144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bg2">
                  <a:lumMod val="9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Google Shape;202;g375bbbb1663_0_21"/>
          <p:cNvSpPr/>
          <p:nvPr/>
        </p:nvSpPr>
        <p:spPr>
          <a:xfrm>
            <a:off x="94860" y="1062852"/>
            <a:ext cx="1867451" cy="243157"/>
          </a:xfrm>
          <a:prstGeom prst="round2SameRect">
            <a:avLst>
              <a:gd name="adj1" fmla="val 17990"/>
              <a:gd name="adj2" fmla="val 0"/>
            </a:avLst>
          </a:prstGeom>
          <a:solidFill>
            <a:srgbClr val="EFEFEF"/>
          </a:solidFill>
          <a:ln>
            <a:solidFill>
              <a:srgbClr val="EFEFEF"/>
            </a:solidFill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국내외 </a:t>
            </a:r>
            <a:r>
              <a:rPr lang="en-US" altLang="ko-KR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AI </a:t>
            </a:r>
            <a:r>
              <a:rPr lang="ko-KR" altLang="en-US" sz="1400" i="0" u="none" strike="noStrike" cap="none" dirty="0">
                <a:solidFill>
                  <a:srgbClr val="ED7100"/>
                </a:solidFill>
                <a:latin typeface="한화 R" panose="02020503020101020101" pitchFamily="18" charset="-127"/>
                <a:ea typeface="한화 R" panose="02020503020101020101" pitchFamily="18" charset="-127"/>
                <a:cs typeface="Times New Roman" panose="02020603050405020304"/>
                <a:sym typeface="Times New Roman" panose="02020603050405020304"/>
              </a:rPr>
              <a:t>동향</a:t>
            </a:r>
            <a:endParaRPr sz="1600" i="0" u="none" strike="noStrike" cap="none" dirty="0">
              <a:solidFill>
                <a:srgbClr val="ED7100"/>
              </a:solidFill>
              <a:latin typeface="한화 R" panose="02020503020101020101" pitchFamily="18" charset="-127"/>
              <a:ea typeface="한화 R" panose="02020503020101020101" pitchFamily="18" charset="-127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143510" y="1325589"/>
            <a:ext cx="666828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화고딕 B" panose="02020503020101020101" pitchFamily="18" charset="-127"/>
                <a:ea typeface="한화고딕 B" panose="02020503020101020101" pitchFamily="18" charset="-127"/>
                <a:cs typeface="+mn-cs"/>
              </a:rPr>
              <a:t>AI News</a:t>
            </a:r>
            <a:endParaRPr lang="en-US" altLang="ko-KR" sz="1200" u="sng" dirty="0">
              <a:solidFill>
                <a:prstClr val="black"/>
              </a:solidFill>
              <a:latin typeface="한화고딕 B" panose="02020503020101020101" pitchFamily="18" charset="-127"/>
              <a:ea typeface="한화고딕 B" panose="02020503020101020101" pitchFamily="18" charset="-127"/>
              <a:sym typeface="Wingdings" panose="05000000000000000000" pitchFamily="2" charset="2"/>
            </a:endParaRPr>
          </a:p>
        </p:txBody>
      </p:sp>
      <p:sp>
        <p:nvSpPr>
          <p:cNvPr id="14" name="TextBox 2"/>
          <p:cNvSpPr txBox="1"/>
          <p:nvPr/>
        </p:nvSpPr>
        <p:spPr>
          <a:xfrm>
            <a:off x="152400" y="6893904"/>
            <a:ext cx="666828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화고딕 B" panose="02020503020101020101" pitchFamily="18" charset="-127"/>
                <a:ea typeface="한화고딕 B" panose="02020503020101020101" pitchFamily="18" charset="-127"/>
                <a:cs typeface="+mn-cs"/>
              </a:rPr>
              <a:t>AI LAB</a:t>
            </a:r>
            <a:endParaRPr lang="en-US" altLang="ko-KR" sz="1200" u="sng" dirty="0">
              <a:solidFill>
                <a:prstClr val="black"/>
              </a:solidFill>
              <a:latin typeface="한화고딕 B" panose="02020503020101020101" pitchFamily="18" charset="-127"/>
              <a:ea typeface="한화고딕 B" panose="02020503020101020101" pitchFamily="18" charset="-127"/>
              <a:sym typeface="Wingdings" panose="05000000000000000000" pitchFamily="2" charset="2"/>
            </a:endParaRPr>
          </a:p>
        </p:txBody>
      </p:sp>
      <p:sp>
        <p:nvSpPr>
          <p:cNvPr id="15" name="TextBox 2"/>
          <p:cNvSpPr txBox="1"/>
          <p:nvPr/>
        </p:nvSpPr>
        <p:spPr>
          <a:xfrm>
            <a:off x="152400" y="8665554"/>
            <a:ext cx="6668280" cy="312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200" dirty="0">
                <a:solidFill>
                  <a:prstClr val="black"/>
                </a:solidFill>
                <a:latin typeface="한화고딕 B" panose="02020503020101020101" pitchFamily="18" charset="-127"/>
                <a:ea typeface="한화고딕 B" panose="02020503020101020101" pitchFamily="18" charset="-127"/>
                <a:sym typeface="Wingdings" panose="05000000000000000000" pitchFamily="2" charset="2"/>
              </a:rPr>
              <a:t>HAC</a:t>
            </a:r>
            <a:endParaRPr lang="en-US" altLang="ko-KR" sz="1200" dirty="0">
              <a:solidFill>
                <a:prstClr val="black"/>
              </a:solidFill>
              <a:latin typeface="한화고딕 B" panose="02020503020101020101" pitchFamily="18" charset="-127"/>
              <a:ea typeface="한화고딕 B" panose="02020503020101020101" pitchFamily="18" charset="-127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72</Words>
  <Application>WPS Presentation</Application>
  <PresentationFormat>A4 Paper (210x297 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SimSun</vt:lpstr>
      <vt:lpstr>Wingdings</vt:lpstr>
      <vt:lpstr>한화 R</vt:lpstr>
      <vt:lpstr>맑은 고딕</vt:lpstr>
      <vt:lpstr>???? EL</vt:lpstr>
      <vt:lpstr>OCRA</vt:lpstr>
      <vt:lpstr>한화고딕 L</vt:lpstr>
      <vt:lpstr>한화고딕 R</vt:lpstr>
      <vt:lpstr>Arial</vt:lpstr>
      <vt:lpstr>Times New Roman</vt:lpstr>
      <vt:lpstr>Calibri</vt:lpstr>
      <vt:lpstr>Microsoft YaHei</vt:lpstr>
      <vt:lpstr>Arial Unicode MS</vt:lpstr>
      <vt:lpstr>Calibri Light</vt:lpstr>
      <vt:lpstr>한화고딕 B</vt:lpstr>
      <vt:lpstr>한화고딕 EL</vt:lpstr>
      <vt:lpstr>Office 테마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최수영</dc:creator>
  <cp:lastModifiedBy>2500977</cp:lastModifiedBy>
  <cp:revision>588</cp:revision>
  <cp:lastPrinted>2025-11-27T08:34:00Z</cp:lastPrinted>
  <dcterms:created xsi:type="dcterms:W3CDTF">2025-08-12T04:27:00Z</dcterms:created>
  <dcterms:modified xsi:type="dcterms:W3CDTF">2025-12-24T01:37:13Z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0130DBB558B3497AB641F63590B3E7E0_12</vt:lpwstr>
  </property>
  <property fmtid="{D5CDD505-2E9C-101B-9397-08002B2CF9AE}" pid="3" name="KSOProductBuildVer">
    <vt:lpwstr>1033-12.2.0.23196</vt:lpwstr>
  </property>
</Properties>
</file>