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</p:sldIdLst>
  <p:sldSz cx="6858000" cy="9906000" type="A4"/>
  <p:notesSz cx="6735445" cy="986599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100"/>
    <a:srgbClr val="F7F7F7"/>
    <a:srgbClr val="EFEFEF"/>
    <a:srgbClr val="EF8423"/>
    <a:srgbClr val="6C6A67"/>
    <a:srgbClr val="FBF9F7"/>
    <a:srgbClr val="B6A190"/>
    <a:srgbClr val="FCFBFA"/>
    <a:srgbClr val="F9F7F5"/>
    <a:srgbClr val="F4F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311" autoAdjust="0"/>
    <p:restoredTop sz="96318" autoAdjust="0"/>
  </p:normalViewPr>
  <p:slideViewPr>
    <p:cSldViewPr snapToGrid="0">
      <p:cViewPr varScale="1">
        <p:scale>
          <a:sx n="57" d="100"/>
          <a:sy n="57" d="100"/>
        </p:scale>
        <p:origin x="3125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6858000" cy="956525"/>
          </a:xfrm>
          <a:prstGeom prst="rect">
            <a:avLst/>
          </a:prstGeom>
          <a:solidFill>
            <a:srgbClr val="F4F0EB"/>
          </a:solidFill>
          <a:ln>
            <a:solidFill>
              <a:srgbClr val="F4F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61" y="201639"/>
            <a:ext cx="4196983" cy="767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</a:rPr>
              <a:t>AI Weekly Report</a:t>
            </a:r>
            <a:endParaRPr lang="ko-KR" altLang="en-US" sz="3200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52400" y="-194524"/>
            <a:ext cx="1886153" cy="115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112" tIns="45720" rIns="914112" bIns="914112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맑은 고딕" panose="020B0503020000020004" pitchFamily="50" charset="-127"/>
                <a:ea typeface="???? EL"/>
              </a:rPr>
              <a:t> 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51" t="25250" r="21134" b="20882"/>
          <a:stretch>
            <a:fillRect/>
          </a:stretch>
        </p:blipFill>
        <p:spPr bwMode="auto">
          <a:xfrm>
            <a:off x="8165" y="20025"/>
            <a:ext cx="1161044" cy="31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200884" y="46513"/>
            <a:ext cx="19207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100" u="none">
                <a:solidFill>
                  <a:srgbClr val="6C6A67"/>
                </a:solidFill>
                <a:latin typeface="한화고딕 L"/>
              </a:rPr>
              <a:t>제24호 | 2025년 12월 27일</a:t>
            </a:r>
            <a:endParaRPr lang="ko-KR" altLang="en-US" sz="1100" dirty="0">
              <a:solidFill>
                <a:srgbClr val="6C6A67"/>
              </a:solidFill>
              <a:latin typeface="한화고딕 L" panose="02020503020101020101" pitchFamily="18" charset="-127"/>
              <a:ea typeface="한화고딕 L" panose="02020503020101020101" pitchFamily="18" charset="-127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74" t="10194" r="-2978"/>
          <a:stretch>
            <a:fillRect/>
          </a:stretch>
        </p:blipFill>
        <p:spPr bwMode="auto">
          <a:xfrm rot="1455314">
            <a:off x="4326398" y="457296"/>
            <a:ext cx="365675" cy="457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29" t="20606" r="28476" b="8486"/>
          <a:stretch>
            <a:fillRect/>
          </a:stretch>
        </p:blipFill>
        <p:spPr bwMode="auto">
          <a:xfrm rot="461266">
            <a:off x="6197256" y="52682"/>
            <a:ext cx="495329" cy="5341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1" t="15797" r="4687" b="22920"/>
          <a:stretch>
            <a:fillRect/>
          </a:stretch>
        </p:blipFill>
        <p:spPr bwMode="auto">
          <a:xfrm>
            <a:off x="4874017" y="103061"/>
            <a:ext cx="783099" cy="5100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2" t="24030" r="9407" b="3699"/>
          <a:stretch>
            <a:fillRect/>
          </a:stretch>
        </p:blipFill>
        <p:spPr bwMode="auto">
          <a:xfrm>
            <a:off x="5621861" y="389477"/>
            <a:ext cx="581173" cy="567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Google Shape;201;g375bbbb1663_0_21"/>
          <p:cNvSpPr/>
          <p:nvPr/>
        </p:nvSpPr>
        <p:spPr>
          <a:xfrm>
            <a:off x="100674" y="6883799"/>
            <a:ext cx="6668280" cy="143406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Google Shape;202;g375bbbb1663_0_21"/>
          <p:cNvSpPr/>
          <p:nvPr/>
        </p:nvSpPr>
        <p:spPr>
          <a:xfrm>
            <a:off x="100674" y="6634665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Lab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2" name="Google Shape;201;g375bbbb1663_0_21"/>
          <p:cNvSpPr/>
          <p:nvPr/>
        </p:nvSpPr>
        <p:spPr>
          <a:xfrm>
            <a:off x="100965" y="8661400"/>
            <a:ext cx="6668135" cy="113855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Google Shape;202;g375bbbb1663_0_21"/>
          <p:cNvSpPr/>
          <p:nvPr/>
        </p:nvSpPr>
        <p:spPr>
          <a:xfrm>
            <a:off x="100674" y="8412157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HAC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" name="Google Shape;201;g375bbbb1663_0_21"/>
          <p:cNvSpPr/>
          <p:nvPr/>
        </p:nvSpPr>
        <p:spPr>
          <a:xfrm>
            <a:off x="94615" y="1311910"/>
            <a:ext cx="6668135" cy="521144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Google Shape;202;g375bbbb1663_0_21"/>
          <p:cNvSpPr/>
          <p:nvPr/>
        </p:nvSpPr>
        <p:spPr>
          <a:xfrm>
            <a:off x="94860" y="1062852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국내외 </a:t>
            </a:r>
            <a:r>
              <a:rPr lang="en-US" altLang="ko-KR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AI </a:t>
            </a:r>
            <a:r>
              <a:rPr lang="ko-KR" altLang="en-US" sz="1400" i="0" u="none" strike="noStrike" cap="none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  <a:cs typeface="Times New Roman" panose="02020603050405020304"/>
                <a:sym typeface="Times New Roman" panose="02020603050405020304"/>
              </a:rPr>
              <a:t>동향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1" name="TextBox 2"/>
          <p:cNvSpPr txBox="1"/>
          <p:nvPr/>
        </p:nvSpPr>
        <p:spPr>
          <a:xfrm>
            <a:off x="143510" y="1325589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1200" u="none">
                <a:latin typeface="한화고딕 B"/>
              </a:rPr>
              <a:t>미래에셋생명, AI 기반 맞춤형 건광관리 서비스 '헬스케어 AI' 제공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  <a:p>
            <a:r>
              <a:rPr sz="1200" u="none">
                <a:latin typeface="한화고딕 EL"/>
              </a:rPr>
              <a:t>• 사용자의 건강검진 기록과 의료 데이터를 종합해 주요 질환의 발병 가능성을 예측하여 , 사용자가 선제적으로 위험 인자를 관리할 수 있도록 도움 제공</a:t>
            </a:r>
          </a:p>
          <a:p>
            <a:r>
              <a:rPr sz="1200" u="none">
                <a:latin typeface="한화고딕 EL"/>
              </a:rPr>
              <a:t>• 미래에셋생명의 AI 헬스케어 서비스는 질병 예측 AI, 기대 수명 예측, 의료비 예측, 개인 맞춤 건강 가이드 네 가지 핵심 특징을 갖추고 있음</a:t>
            </a:r>
          </a:p>
          <a:p>
            <a:r>
              <a:rPr sz="1200" u="sng">
                <a:latin typeface="한화고딕 B"/>
              </a:rPr>
              <a:t>➔ 당사도 향후 여성 헬스케어 서비스를 제공할 경우, 여성에게서 빈번하게 발생하는 주요 질환의 발병 ….가능성과 예상 의료비 기반으로 개인별 건강·재무 계획 수립을 지원할 수 있을것으로 기대됨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카카오뱅크, 생성형 AI를 활용해 대화만으로 송금할 수 있는 'AI이체' 출시</a:t>
            </a:r>
          </a:p>
          <a:p>
            <a:r>
              <a:rPr sz="1200" u="none">
                <a:latin typeface="한화고딕 EL"/>
              </a:rPr>
              <a:t>• 최근 이체 내역에 대상의 이름이 있는 경우, 대화창에 '김이지에게 오만원 보내줘＇와 같이 입력하면 은행명이나 계좌번호를 직접 입력하지 않아도 대상의 이름만으로 이체 가능</a:t>
            </a:r>
          </a:p>
          <a:p>
            <a:r>
              <a:rPr sz="1200" u="none">
                <a:latin typeface="한화고딕 EL"/>
              </a:rPr>
              <a:t>• 고객 요청이 불분명하면 재질문을 통해 질문을 명확히 하거나 수취인 검증 등 일반 이체와 동일한 인증 절차를 거치게 하는 등 착오송금 방지를 위한 절차도 강화</a:t>
            </a:r>
          </a:p>
          <a:p>
            <a:r>
              <a:rPr sz="1200" u="sng">
                <a:latin typeface="한화고딕 B"/>
              </a:rPr>
              <a:t>➔ 당사 AI Lab에서도 AI 챗봇으로 온라인 채널 내 서비스/기능을 간편하게 연결할 예정이며, 향후 기술 ….발전에 맞추어 고객 편의 향상을 위한 AI 기반 기능을 지속 확대할 계획임</a:t>
            </a:r>
          </a:p>
          <a:p>
            <a:r>
              <a:rPr sz="900" u="none">
                <a:latin typeface="한화고딕 EL"/>
              </a:rPr>
              <a:t> </a:t>
            </a:r>
          </a:p>
          <a:p>
            <a:r>
              <a:rPr sz="1200" u="none">
                <a:latin typeface="한화고딕 B"/>
              </a:rPr>
              <a:t>구글, 성능이 크게 향상된 차세대 AI 모델 '제미나이 3' 공개</a:t>
            </a:r>
          </a:p>
          <a:p>
            <a:r>
              <a:rPr sz="1200" u="none">
                <a:latin typeface="한화고딕 EL"/>
              </a:rPr>
              <a:t>• 고난도 추론이 가능한 '제미나이3 딥싱크 (Gemini 3 Deep Think)' 모델, 에이전트 중심 개발 플랫폼인 '구글 안티그래비티 (Google Antigravity)'도 공개</a:t>
            </a:r>
          </a:p>
          <a:p>
            <a:r>
              <a:rPr sz="1200" u="none">
                <a:latin typeface="한화고딕 EL"/>
              </a:rPr>
              <a:t>• 모델의 사전 훈련과 사후 훈련이 개선되어 성능이 향상된 것으로 분석됨</a:t>
            </a:r>
          </a:p>
          <a:p>
            <a:r>
              <a:rPr sz="1200" u="sng">
                <a:latin typeface="한화고딕 B"/>
              </a:rPr>
              <a:t>➔ 제미나이 3 및 계속해서 고도화되고 있는 생성형 AI 활용으로 직원들의 업무 효율성 향상 기대</a:t>
            </a:r>
          </a:p>
          <a:p>
            <a:r>
              <a:rPr sz="900" u="none">
                <a:latin typeface="한화고딕 EL"/>
              </a:rPr>
              <a:t> </a:t>
            </a:r>
          </a:p>
        </p:txBody>
      </p:sp>
      <p:sp>
        <p:nvSpPr>
          <p:cNvPr id="14" name="TextBox 2"/>
          <p:cNvSpPr txBox="1"/>
          <p:nvPr/>
        </p:nvSpPr>
        <p:spPr>
          <a:xfrm>
            <a:off x="152400" y="689390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화고딕 B" panose="02020503020101020101" pitchFamily="18" charset="-127"/>
                <a:ea typeface="한화고딕 B" panose="02020503020101020101" pitchFamily="18" charset="-127"/>
                <a:cs typeface="+mn-cs"/>
              </a:rPr>
              <a:t>AI LAB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  <p:sp>
        <p:nvSpPr>
          <p:cNvPr id="15" name="TextBox 2"/>
          <p:cNvSpPr txBox="1"/>
          <p:nvPr/>
        </p:nvSpPr>
        <p:spPr>
          <a:xfrm>
            <a:off x="152400" y="866555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ko-KR" sz="1200" dirty="0">
                <a:solidFill>
                  <a:prstClr val="black"/>
                </a:solidFill>
                <a:latin typeface="한화고딕 B" panose="02020503020101020101" pitchFamily="18" charset="-127"/>
                <a:ea typeface="한화고딕 B" panose="02020503020101020101" pitchFamily="18" charset="-127"/>
                <a:sym typeface="Wingdings" panose="05000000000000000000" pitchFamily="2" charset="2"/>
              </a:rPr>
              <a:t>HAC</a:t>
            </a:r>
            <a:endParaRPr lang="en-US" altLang="ko-KR" sz="1200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72</Words>
  <Application>WPS Presentation</Application>
  <PresentationFormat>A4 Paper (210x297 mm)</PresentationFormat>
  <Paragraphs>18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SimSun</vt:lpstr>
      <vt:lpstr>Wingdings</vt:lpstr>
      <vt:lpstr>한화 R</vt:lpstr>
      <vt:lpstr>맑은 고딕</vt:lpstr>
      <vt:lpstr>???? EL</vt:lpstr>
      <vt:lpstr>OCRA</vt:lpstr>
      <vt:lpstr>한화고딕 L</vt:lpstr>
      <vt:lpstr>한화고딕 R</vt:lpstr>
      <vt:lpstr>Arial</vt:lpstr>
      <vt:lpstr>Times New Roman</vt:lpstr>
      <vt:lpstr>Calibri</vt:lpstr>
      <vt:lpstr>Microsoft YaHei</vt:lpstr>
      <vt:lpstr>Arial Unicode MS</vt:lpstr>
      <vt:lpstr>Calibri Light</vt:lpstr>
      <vt:lpstr>한화고딕 B</vt:lpstr>
      <vt:lpstr>한화고딕 EL</vt:lpstr>
      <vt:lpstr>Office 테마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최수영</dc:creator>
  <cp:lastModifiedBy>2500977</cp:lastModifiedBy>
  <cp:revision>588</cp:revision>
  <cp:lastPrinted>2025-11-27T08:34:00Z</cp:lastPrinted>
  <dcterms:created xsi:type="dcterms:W3CDTF">2025-08-12T04:27:00Z</dcterms:created>
  <dcterms:modified xsi:type="dcterms:W3CDTF">2025-12-24T01:37:13Z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0130DBB558B3497AB641F63590B3E7E0_12</vt:lpwstr>
  </property>
  <property fmtid="{D5CDD505-2E9C-101B-9397-08002B2CF9AE}" pid="3" name="KSOProductBuildVer">
    <vt:lpwstr>1033-12.2.0.23196</vt:lpwstr>
  </property>
</Properties>
</file>